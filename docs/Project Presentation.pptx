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f6af9d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f6af9d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1622d55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1622d55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d9c67055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d9c67055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ca1b271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ca1b271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1622d55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51622d55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1d9165c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51d9165c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46ee7dff8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46ee7dff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5430e6bdd_5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5430e6bdd_5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0" y="1"/>
            <a:ext cx="9144000" cy="4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5063224" y="1313339"/>
            <a:ext cx="3459829" cy="2670551"/>
            <a:chOff x="3553042" y="1657806"/>
            <a:chExt cx="3461100" cy="2671532"/>
          </a:xfrm>
        </p:grpSpPr>
        <p:sp>
          <p:nvSpPr>
            <p:cNvPr id="26" name="Google Shape;26;p3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Component Detail" id="34" name="Google Shape;34;p3"/>
          <p:cNvPicPr preferRelativeResize="0"/>
          <p:nvPr/>
        </p:nvPicPr>
        <p:blipFill rotWithShape="1">
          <a:blip r:embed="rId2">
            <a:alphaModFix/>
          </a:blip>
          <a:srcRect b="25077" l="0" r="0" t="0"/>
          <a:stretch/>
        </p:blipFill>
        <p:spPr>
          <a:xfrm>
            <a:off x="5161725" y="1399791"/>
            <a:ext cx="3262825" cy="18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 flipH="1">
            <a:off x="5156196" y="1401826"/>
            <a:ext cx="3268577" cy="1812993"/>
          </a:xfrm>
          <a:prstGeom prst="rtTriangle">
            <a:avLst/>
          </a:prstGeom>
          <a:solidFill>
            <a:srgbClr val="000000">
              <a:alpha val="3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7666681" y="2077877"/>
            <a:ext cx="1148179" cy="2282764"/>
            <a:chOff x="7666681" y="2077877"/>
            <a:chExt cx="1148179" cy="2282764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7666681" y="2077877"/>
              <a:ext cx="1148179" cy="2282764"/>
              <a:chOff x="3983627" y="1676395"/>
              <a:chExt cx="1449538" cy="2881914"/>
            </a:xfrm>
          </p:grpSpPr>
          <p:sp>
            <p:nvSpPr>
              <p:cNvPr id="38" name="Google Shape;38;p3"/>
              <p:cNvSpPr/>
              <p:nvPr/>
            </p:nvSpPr>
            <p:spPr>
              <a:xfrm rot="-5400000">
                <a:off x="3276827" y="2404608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5400000">
                <a:off x="3279465" y="2383195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473243" y="4318802"/>
                <a:ext cx="472800" cy="76800"/>
              </a:xfrm>
              <a:prstGeom prst="roundRect">
                <a:avLst>
                  <a:gd fmla="val 50000" name="adj"/>
                </a:avLst>
              </a:prstGeom>
              <a:solidFill>
                <a:srgbClr val="4B4B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Mobile View" id="41" name="Google Shape;41;p3"/>
            <p:cNvPicPr preferRelativeResize="0"/>
            <p:nvPr/>
          </p:nvPicPr>
          <p:blipFill rotWithShape="1">
            <a:blip r:embed="rId3">
              <a:alphaModFix/>
            </a:blip>
            <a:srcRect b="4372" l="0" r="0" t="4363"/>
            <a:stretch/>
          </p:blipFill>
          <p:spPr>
            <a:xfrm>
              <a:off x="7720839" y="2222723"/>
              <a:ext cx="1037555" cy="1833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 flipH="1">
              <a:off x="7722342" y="2222973"/>
              <a:ext cx="1037700" cy="1833000"/>
            </a:xfrm>
            <a:prstGeom prst="rtTriangle">
              <a:avLst/>
            </a:prstGeom>
            <a:solidFill>
              <a:srgbClr val="000000">
                <a:alpha val="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3" name="Google Shape;9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de view of hands writing in a notebook at a cafe" id="100" name="Google Shape;100;p12"/>
          <p:cNvPicPr preferRelativeResize="0"/>
          <p:nvPr/>
        </p:nvPicPr>
        <p:blipFill rotWithShape="1">
          <a:blip r:embed="rId2">
            <a:alphaModFix/>
          </a:blip>
          <a:srcRect b="26447" l="9051" r="54351" t="12064"/>
          <a:stretch/>
        </p:blipFill>
        <p:spPr>
          <a:xfrm>
            <a:off x="1" y="-50"/>
            <a:ext cx="4572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1650" y="0"/>
            <a:ext cx="45687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536300" y="47498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2">
  <p:cSld name="SECTION_TITLE_AND_DESCRIPTION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0" l="31883" r="25713" t="8097"/>
          <a:stretch/>
        </p:blipFill>
        <p:spPr>
          <a:xfrm>
            <a:off x="0" y="0"/>
            <a:ext cx="4575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-75" y="0"/>
            <a:ext cx="45720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3" name="Google Shape;113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4" name="Google Shape;12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ctrTitle"/>
          </p:nvPr>
        </p:nvSpPr>
        <p:spPr>
          <a:xfrm>
            <a:off x="729450" y="1322450"/>
            <a:ext cx="4802400" cy="14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CommerceBank Web App</a:t>
            </a:r>
            <a:endParaRPr/>
          </a:p>
        </p:txBody>
      </p:sp>
      <p:sp>
        <p:nvSpPr>
          <p:cNvPr id="136" name="Google Shape;136;p17"/>
          <p:cNvSpPr txBox="1"/>
          <p:nvPr>
            <p:ph idx="1" type="subTitle"/>
          </p:nvPr>
        </p:nvSpPr>
        <p:spPr>
          <a:xfrm>
            <a:off x="729600" y="2921750"/>
            <a:ext cx="37878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Members: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729450" y="1322450"/>
            <a:ext cx="28599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142" name="Google Shape;142;p18"/>
          <p:cNvSpPr txBox="1"/>
          <p:nvPr>
            <p:ph idx="4294967295" type="subTitle"/>
          </p:nvPr>
        </p:nvSpPr>
        <p:spPr>
          <a:xfrm>
            <a:off x="4542975" y="1376350"/>
            <a:ext cx="4080000" cy="29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Project Overview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Project Goals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Process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Key Outcomes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Key Features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Demo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000"/>
          </a:p>
        </p:txBody>
      </p:sp>
      <p:sp>
        <p:nvSpPr>
          <p:cNvPr id="148" name="Google Shape;148;p19"/>
          <p:cNvSpPr txBox="1"/>
          <p:nvPr>
            <p:ph idx="1" type="subTitle"/>
          </p:nvPr>
        </p:nvSpPr>
        <p:spPr>
          <a:xfrm>
            <a:off x="724950" y="33139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Use cases, user stories, notes to set up the wireframes. Such as…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“As an Administrator, I would like to restrict permissions based on role.”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“As a Moderator, I would like to flag and approve comments.”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Executives indicated that being able to see a summary of each segment of data was their #1 priority.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Note: secondary admin workflow not planned for this release.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Now that you’ve justified your attention to the problem, summarize your solution in one or two sentences.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Outcomes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66" name="Google Shape;166;p22"/>
          <p:cNvSpPr txBox="1"/>
          <p:nvPr>
            <p:ph idx="1" type="subTitle"/>
          </p:nvPr>
        </p:nvSpPr>
        <p:spPr>
          <a:xfrm>
            <a:off x="724950" y="3313925"/>
            <a:ext cx="30684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/>
              <a:t>Explain why you’re focusing on a particular part of the problem or a particular subset of users.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Use cases, user stories, notes to set up the wireframes. Such as…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“As an Administrator, I would like to restrict permissions based on role.”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“As a Moderator, I would like to flag and approve comments.”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Executives indicated that being able to see a summary of each segment of data was their #1 priority.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Note: secondary admin workflow not planned for this release.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730000" y="1318650"/>
            <a:ext cx="33009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Demo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